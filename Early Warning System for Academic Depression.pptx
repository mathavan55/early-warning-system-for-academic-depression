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1" r:id="rId2"/>
    <p:sldId id="268" r:id="rId3"/>
    <p:sldId id="302" r:id="rId4"/>
    <p:sldId id="317" r:id="rId5"/>
    <p:sldId id="323" r:id="rId6"/>
    <p:sldId id="304" r:id="rId7"/>
    <p:sldId id="324" r:id="rId8"/>
    <p:sldId id="333" r:id="rId9"/>
    <p:sldId id="326" r:id="rId10"/>
    <p:sldId id="307" r:id="rId11"/>
    <p:sldId id="328" r:id="rId12"/>
    <p:sldId id="329" r:id="rId13"/>
    <p:sldId id="331" r:id="rId14"/>
    <p:sldId id="332" r:id="rId15"/>
    <p:sldId id="330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00458F"/>
    <a:srgbClr val="D00000"/>
    <a:srgbClr val="003987"/>
    <a:srgbClr val="262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A0D69-2052-43C7-89AB-029B7BE9E79A}" v="30" dt="2026-06-12T14:21:23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 KISHORE VIKRAM" userId="78627538f4c5df4a" providerId="LiveId" clId="{C87E27BB-5B93-4CAB-980E-2BDF0788EE83}"/>
    <pc:docChg chg="modSld">
      <pc:chgData name="SK KISHORE VIKRAM" userId="78627538f4c5df4a" providerId="LiveId" clId="{C87E27BB-5B93-4CAB-980E-2BDF0788EE83}" dt="2026-06-12T14:37:07.954" v="9" actId="20577"/>
      <pc:docMkLst>
        <pc:docMk/>
      </pc:docMkLst>
      <pc:sldChg chg="modSp mod">
        <pc:chgData name="SK KISHORE VIKRAM" userId="78627538f4c5df4a" providerId="LiveId" clId="{C87E27BB-5B93-4CAB-980E-2BDF0788EE83}" dt="2026-06-12T14:37:07.954" v="9" actId="20577"/>
        <pc:sldMkLst>
          <pc:docMk/>
          <pc:sldMk cId="709006873" sldId="324"/>
        </pc:sldMkLst>
        <pc:spChg chg="mod">
          <ac:chgData name="SK KISHORE VIKRAM" userId="78627538f4c5df4a" providerId="LiveId" clId="{C87E27BB-5B93-4CAB-980E-2BDF0788EE83}" dt="2026-06-12T14:35:29.727" v="4" actId="14100"/>
          <ac:spMkLst>
            <pc:docMk/>
            <pc:sldMk cId="709006873" sldId="324"/>
            <ac:spMk id="3" creationId="{E1BDD2F2-BF54-6EFE-370A-1233E658BE31}"/>
          </ac:spMkLst>
        </pc:spChg>
        <pc:spChg chg="mod">
          <ac:chgData name="SK KISHORE VIKRAM" userId="78627538f4c5df4a" providerId="LiveId" clId="{C87E27BB-5B93-4CAB-980E-2BDF0788EE83}" dt="2026-06-12T14:37:07.954" v="9" actId="20577"/>
          <ac:spMkLst>
            <pc:docMk/>
            <pc:sldMk cId="709006873" sldId="324"/>
            <ac:spMk id="5" creationId="{28A76DD6-073E-D839-2C9A-420BEDDB4A9C}"/>
          </ac:spMkLst>
        </pc:spChg>
        <pc:picChg chg="mod">
          <ac:chgData name="SK KISHORE VIKRAM" userId="78627538f4c5df4a" providerId="LiveId" clId="{C87E27BB-5B93-4CAB-980E-2BDF0788EE83}" dt="2026-06-12T14:35:42.634" v="8" actId="14100"/>
          <ac:picMkLst>
            <pc:docMk/>
            <pc:sldMk cId="709006873" sldId="324"/>
            <ac:picMk id="2" creationId="{7A45FF36-E10D-62A6-FFE8-E620749CC6E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19891-4749-4DF2-B5F5-5A49EBD0D52F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AF027-72C9-41DD-A823-971CECA22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67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6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3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1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94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57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1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2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86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31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28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4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7553A-6975-4534-96B8-CBD2158038D1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2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560439" y="1671484"/>
            <a:ext cx="11336593" cy="175751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en-US" sz="4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4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4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Early Warning System for Academic Depression Using Data Science &amp; Analytics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Presented By:    -        </a:t>
            </a:r>
            <a:r>
              <a:rPr lang="en-IN" sz="2000" dirty="0" err="1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Mathavan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               Jamal Mohamed T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               Kishore Vikram SK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               </a:t>
            </a:r>
            <a:r>
              <a:rPr lang="en-IN" sz="2000" dirty="0" err="1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Lousith</a:t>
            </a: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               Dharunesh 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		            Dharsan Durai Amudhan P</a:t>
            </a:r>
          </a:p>
          <a:p>
            <a:pPr marL="0" indent="0">
              <a:buNone/>
            </a:pPr>
            <a:endParaRPr lang="en-US" sz="4800" b="1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26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867" y="1445493"/>
            <a:ext cx="10510266" cy="4867419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marL="457200" lvl="1" indent="0"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Data cleaning, raw behavioral dataset preprocessing, and pivot table analysis.</a:t>
            </a:r>
          </a:p>
          <a:p>
            <a:pPr lvl="1"/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Cleaned and organized raw student data.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Removed duplicate and missing values.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Applied formulas for data validation and calculations. </a:t>
            </a:r>
          </a:p>
          <a:p>
            <a:pPr lvl="3"/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Formulas: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IF(), COUNTIF(), SUM().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Created Pivot Tables to summarize key trends. </a:t>
            </a:r>
          </a:p>
          <a:p>
            <a:pPr lvl="2"/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2"/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2"/>
            <a:endParaRPr lang="en-IN" dirty="0"/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Prepared the dataset for Power BI analysis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9821984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3C3A17D-7BBD-B71F-0996-5B869AEF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7" y="545088"/>
            <a:ext cx="8750710" cy="693777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                       </a:t>
            </a: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CORE COMPETENCIES LEARNED DURING INTERNSHIP </a:t>
            </a:r>
            <a:b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                                        Microsoft Excel   </a:t>
            </a:r>
            <a:b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8A9196-2F3C-E37A-45FA-2CBDF280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706" y="4002377"/>
            <a:ext cx="1996613" cy="1044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A083E0-8962-9C6C-CC0C-A9DB6520F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988" y="454005"/>
            <a:ext cx="678425" cy="64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6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229033"/>
            <a:ext cx="10510266" cy="4922386"/>
          </a:xfrm>
          <a:solidFill>
            <a:schemeClr val="bg1"/>
          </a:solidFill>
        </p:spPr>
        <p:txBody>
          <a:bodyPr lIns="274320" tIns="274320" rIns="274320" bIns="274320">
            <a:normAutofit lnSpcReduction="10000"/>
          </a:bodyPr>
          <a:lstStyle/>
          <a:p>
            <a:pPr marL="457200" lvl="1" indent="0">
              <a:buNone/>
            </a:pPr>
            <a:r>
              <a:rPr lang="en-US" sz="1600" dirty="0"/>
              <a:t>-     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Efficiently querying and extracting historical academic records from institutional relational databases.</a:t>
            </a:r>
          </a:p>
          <a:p>
            <a:pPr marL="457200" lvl="1" indent="0"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Stored and managed student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behavioral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data in relational databases.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CREATE DATABASE, CREATE TABLE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Queried academic records using SQL statements.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SELECT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Retrieved and filtered data for analytical reporting.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WHERE, ORDER BY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Used JOIN operations to combine data from multiple tables.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INNER JOIN, LEFT JOIN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Applied aggregation functions for summary analysis.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COUNT(), AVG(), SUM(), MAX()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Extracted structured datasets for Power BI visualization.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Eg : SELECT INTO, EXPORT, VIEW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             </a:t>
            </a:r>
            <a:r>
              <a:rPr lang="en-US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Structured Query Language (SQL) : MYSQL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CE20F4-27D2-3008-758C-E304002D8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01" y="246475"/>
            <a:ext cx="781051" cy="83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6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118308"/>
            <a:ext cx="10510266" cy="5441106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-   Using libraries like Pandas, NumPy, and Scikit-Learn to build, train, and validate machine       learning models like KNN ,Decision tree,  Linear regression.</a:t>
            </a:r>
          </a:p>
          <a:p>
            <a:pPr marL="0" indent="0"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Data Manipulation and Preprocessing – Pandas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DataFrame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read_csv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())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Numerical Computation and Analysis – NumPy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(array, mean(), reshape())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Data Visualization and Exploration – Matplotlib, Seaborn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Pie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chart,Barchat,etc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,.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Model Development and Training – Scikit-Learn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(fit(), predict())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Machine Learning Algorithms </a:t>
            </a:r>
          </a:p>
          <a:p>
            <a:pPr lvl="2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KNN, Decision Tree, Linear Regression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Model Evaluation and Validation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	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train_test_split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accuracy_score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confusion_matrix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45136" y="298586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          </a:t>
            </a:r>
            <a:r>
              <a:rPr lang="en-US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 Programming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2905B-CB14-CD0C-5051-CCE2354A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41" y="-51154"/>
            <a:ext cx="2140301" cy="10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9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C6DCC-9E19-33F5-874C-33E62C37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C2857-5830-0E0B-0A54-ADA131E6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36" y="1347019"/>
            <a:ext cx="10510266" cy="4735126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-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Transforming complex model outputs into interactive, real-time executive dashboards.</a:t>
            </a:r>
          </a:p>
          <a:p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Imported and transformed data using Power Query.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	Eg :</a:t>
            </a:r>
            <a:r>
              <a:rPr lang="en-IN" sz="1800" i="1" dirty="0">
                <a:latin typeface="Poppins" panose="00000500000000000000" pitchFamily="2" charset="0"/>
                <a:cs typeface="Poppins" panose="00000500000000000000" pitchFamily="2" charset="0"/>
              </a:rPr>
              <a:t>( Data Cleaning, Remove Null Values)</a:t>
            </a:r>
          </a:p>
          <a:p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Created interactive visualizations for data analysis.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	Eg :</a:t>
            </a:r>
            <a:r>
              <a:rPr lang="en-IN" sz="1800" i="1" dirty="0">
                <a:latin typeface="Poppins" panose="00000500000000000000" pitchFamily="2" charset="0"/>
                <a:cs typeface="Poppins" panose="00000500000000000000" pitchFamily="2" charset="0"/>
              </a:rPr>
              <a:t>(Bar Chart, Pie Chart)</a:t>
            </a:r>
          </a:p>
          <a:p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Developed custom calculations using DAX measures.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	Eg :</a:t>
            </a:r>
            <a:r>
              <a:rPr lang="en-IN" sz="1800" i="1" dirty="0">
                <a:latin typeface="Poppins" panose="00000500000000000000" pitchFamily="2" charset="0"/>
                <a:cs typeface="Poppins" panose="00000500000000000000" pitchFamily="2" charset="0"/>
              </a:rPr>
              <a:t>(COUNT(), CALCULATE())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Enabled dynamic filtering and user-driven analysis.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	Eg :</a:t>
            </a:r>
            <a:r>
              <a:rPr lang="en-IN" sz="1800" i="1" dirty="0">
                <a:latin typeface="Poppins" panose="00000500000000000000" pitchFamily="2" charset="0"/>
                <a:cs typeface="Poppins" panose="00000500000000000000" pitchFamily="2" charset="0"/>
              </a:rPr>
              <a:t>(Slicers, Cross-Filtering)</a:t>
            </a:r>
          </a:p>
          <a:p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Generated insights through dashboards and reports.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	Eg :</a:t>
            </a:r>
            <a:r>
              <a:rPr lang="en-IN" sz="1800" i="1" dirty="0">
                <a:latin typeface="Poppins" panose="00000500000000000000" pitchFamily="2" charset="0"/>
                <a:cs typeface="Poppins" panose="00000500000000000000" pitchFamily="2" charset="0"/>
              </a:rPr>
              <a:t>(KPI Cards, Interactive Dashboard)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lvl="0" indent="0">
              <a:lnSpc>
                <a:spcPct val="15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9412FC-BB4F-0CF9-66AB-3A0A53C70F8E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4</a:t>
            </a:r>
            <a:r>
              <a:rPr lang="en-IN" sz="3200" b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              </a:t>
            </a:r>
            <a:r>
              <a:rPr lang="en-US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Microsoft Power BI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9722E-0962-4DA2-973C-3F417402E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53" y="161709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6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867" y="1946786"/>
            <a:ext cx="10510266" cy="4070556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marL="457200" lvl="1" indent="0">
              <a:buNone/>
            </a:pPr>
            <a:r>
              <a:rPr lang="en-IN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Description:</a:t>
            </a:r>
          </a:p>
          <a:p>
            <a:pPr marL="457200" lvl="1" indent="0">
              <a:buNone/>
            </a:pP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This project aims to identify students who are at risk of depression using Machine Learning and Data Analytics techniques.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A K-Nearest Neighbours (KNN) model was developed using student academic, lifestyle, and mental health data to predict depression risk.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An interactive Power BI dashboard was created to visualize key factors such as academic pressure, financial stress, sleep duration, dietary habits, and suicidal thoughts.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The system helps educational institutions identify high-risk students and support early intervention. </a:t>
            </a:r>
          </a:p>
          <a:p>
            <a:pPr marL="0" lvl="0" indent="0">
              <a:lnSpc>
                <a:spcPct val="10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40867" y="631175"/>
            <a:ext cx="9350477" cy="13156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en-US" sz="3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Early Warning System for Academic Depression Using Data Science &amp; Analytics</a:t>
            </a:r>
          </a:p>
          <a:p>
            <a:pPr marL="0" indent="0">
              <a:buNone/>
            </a:pP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69D8E-134C-B3D9-7461-0E76DCEA8107}"/>
              </a:ext>
            </a:extLst>
          </p:cNvPr>
          <p:cNvSpPr txBox="1"/>
          <p:nvPr/>
        </p:nvSpPr>
        <p:spPr>
          <a:xfrm>
            <a:off x="481098" y="302049"/>
            <a:ext cx="14446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5.Title: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1390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7D215-D8E7-C16F-FF1A-40CD74C8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DD2F2-BF54-6EFE-370A-1233E658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865239"/>
            <a:ext cx="10499996" cy="5655485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8A76DD6-073E-D839-2C9A-420BEDDB4A9C}"/>
              </a:ext>
            </a:extLst>
          </p:cNvPr>
          <p:cNvSpPr txBox="1">
            <a:spLocks/>
          </p:cNvSpPr>
          <p:nvPr/>
        </p:nvSpPr>
        <p:spPr>
          <a:xfrm>
            <a:off x="481781" y="1"/>
            <a:ext cx="8967022" cy="9382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</a:t>
            </a:r>
            <a:r>
              <a:rPr lang="en-IN" sz="3200" b="1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IN" sz="320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Visualization </a:t>
            </a:r>
            <a:r>
              <a:rPr lang="en-IN" sz="32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Power BI</a:t>
            </a:r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46307-AB36-0C0A-522C-20CF84CB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6" y="865239"/>
            <a:ext cx="10499996" cy="565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0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36A1D-D379-AF9D-5AAE-E5D2C439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6"/>
            <a:ext cx="10515600" cy="441120"/>
          </a:xfrm>
        </p:spPr>
        <p:txBody>
          <a:bodyPr>
            <a:normAutofit fontScale="90000"/>
          </a:bodyPr>
          <a:lstStyle/>
          <a:p>
            <a:r>
              <a:rPr lang="en-IN" sz="2800" b="1" i="1" dirty="0"/>
              <a:t>8.Python Program 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D4A949-111D-E57E-0339-C5DF08E23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332" y="1201829"/>
            <a:ext cx="6804185" cy="2010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652C3-F6A5-91CA-0662-E812EF22DEEC}"/>
              </a:ext>
            </a:extLst>
          </p:cNvPr>
          <p:cNvSpPr txBox="1"/>
          <p:nvPr/>
        </p:nvSpPr>
        <p:spPr>
          <a:xfrm>
            <a:off x="1337188" y="766916"/>
            <a:ext cx="2290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8.1 . Import Libraries 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F3F92-C9E3-13C4-ED3A-338B84DB0EA2}"/>
              </a:ext>
            </a:extLst>
          </p:cNvPr>
          <p:cNvSpPr txBox="1"/>
          <p:nvPr/>
        </p:nvSpPr>
        <p:spPr>
          <a:xfrm>
            <a:off x="1337188" y="3302109"/>
            <a:ext cx="1974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/>
              <a:t>8.2 . Load the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65AC06-B0FB-1FC5-E705-A25307CA7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32" y="3761646"/>
            <a:ext cx="6873836" cy="281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3B3DC7-A8D6-97D5-A4A0-36BEFAE94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332" y="4824466"/>
            <a:ext cx="3574277" cy="6259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DA3BF0-F698-1A68-8D43-633CCEB716CA}"/>
              </a:ext>
            </a:extLst>
          </p:cNvPr>
          <p:cNvSpPr txBox="1"/>
          <p:nvPr/>
        </p:nvSpPr>
        <p:spPr>
          <a:xfrm>
            <a:off x="1337188" y="4249372"/>
            <a:ext cx="5464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/>
              <a:t>8.3 . DATASET OVERVIEW AND STRUCTURE INSPECTION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768ED4-3C11-14DC-D37F-01962B8C4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188" y="5865683"/>
            <a:ext cx="10226926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7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EBC72-5C83-BCEE-F3D6-AE07F119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4AD1BF-F7B1-8FF8-8D7F-225912657690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8.4 .</a:t>
            </a:r>
            <a:r>
              <a:rPr lang="en-IN" sz="3200" dirty="0"/>
              <a:t> </a:t>
            </a:r>
            <a:r>
              <a:rPr lang="en-IN" sz="3200" dirty="0">
                <a:latin typeface="Poppins" panose="00000500000000000000" pitchFamily="2" charset="0"/>
                <a:cs typeface="Poppins" panose="00000500000000000000" pitchFamily="2" charset="0"/>
              </a:rPr>
              <a:t>Data cleaning Process :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A506FD14-5709-32EE-73D2-6A53C3711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t="12127" r="-1568"/>
          <a:stretch>
            <a:fillRect/>
          </a:stretch>
        </p:blipFill>
        <p:spPr>
          <a:xfrm>
            <a:off x="1199536" y="1415845"/>
            <a:ext cx="10196052" cy="470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4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275304"/>
            <a:ext cx="10510266" cy="3962400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8.5 . </a:t>
            </a:r>
            <a:r>
              <a:rPr lang="en-IN" sz="18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Encoder and Scaler :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8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45136" y="4449866"/>
            <a:ext cx="10510266" cy="1787233"/>
          </a:xfrm>
          <a:prstGeom prst="rect">
            <a:avLst/>
          </a:prstGeom>
          <a:solidFill>
            <a:schemeClr val="bg1"/>
          </a:solidFill>
        </p:spPr>
        <p:txBody>
          <a:bodyPr vert="horz" lIns="274320" tIns="274320" rIns="274320" bIns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8.6 . Data spitting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AA016-BA1B-73F7-04D3-050127BDD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97" y="5204764"/>
            <a:ext cx="7858078" cy="692397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959F9F9-D1E1-B354-BE31-0DC14F24B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7" y="1150374"/>
            <a:ext cx="9067608" cy="2861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75C46-2A7B-8D4F-5C23-A36391D99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6284" y="6420337"/>
            <a:ext cx="3913239" cy="32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8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28744-6128-ADD6-F9FA-D898DB3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E06BDB-0546-0CFD-3DF2-67499AAD62BD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8.7 . </a:t>
            </a:r>
            <a:r>
              <a:rPr lang="en-IN" sz="3200" dirty="0">
                <a:solidFill>
                  <a:srgbClr val="002060"/>
                </a:solidFill>
              </a:rPr>
              <a:t>Model Train and Save :</a:t>
            </a:r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C49D0E27-1220-4399-9F39-573233AD9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671" y="1038567"/>
            <a:ext cx="9114503" cy="4595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D7F01-72CA-1D12-C1C8-274BE85CF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950" y="5927469"/>
            <a:ext cx="3798101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34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27A46-F837-B589-03BA-1D7A58C7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19DC76-C4D1-4A9F-E99D-159BB1116250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8.8 .</a:t>
            </a:r>
            <a:r>
              <a:rPr lang="en-IN" sz="3200" dirty="0"/>
              <a:t> </a:t>
            </a:r>
            <a:r>
              <a:rPr lang="en-IN" sz="3200" dirty="0">
                <a:solidFill>
                  <a:srgbClr val="002060"/>
                </a:solidFill>
              </a:rPr>
              <a:t>Model Load: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C2D43E-36DE-0B28-A97D-4D7DEF353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9032" y="1413387"/>
            <a:ext cx="4028625" cy="2015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6DAF29-8A81-5F10-2395-7A90E9549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555" y="1278193"/>
            <a:ext cx="6282813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3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1E947-30BE-DC5F-A96C-1563CE93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49620A-DC9D-87B2-A223-03C36C5B4949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8.9 . </a:t>
            </a:r>
            <a:r>
              <a:rPr lang="en-IN" sz="3200" dirty="0">
                <a:solidFill>
                  <a:srgbClr val="002060"/>
                </a:solidFill>
              </a:rPr>
              <a:t>New Data prediction :</a:t>
            </a:r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181CFD5D-39EA-1F75-4A1D-CEAD0D24C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167" y="1076188"/>
            <a:ext cx="9360310" cy="544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D5CE6-19E4-2ABA-DAD1-323F394B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F460A8-EB20-36B7-0286-632A734816AB}"/>
              </a:ext>
            </a:extLst>
          </p:cNvPr>
          <p:cNvSpPr txBox="1">
            <a:spLocks/>
          </p:cNvSpPr>
          <p:nvPr/>
        </p:nvSpPr>
        <p:spPr>
          <a:xfrm>
            <a:off x="776749" y="446249"/>
            <a:ext cx="8809706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8.10 . </a:t>
            </a:r>
            <a:r>
              <a:rPr lang="en-IN" sz="3200" dirty="0">
                <a:solidFill>
                  <a:srgbClr val="002060"/>
                </a:solidFill>
              </a:rPr>
              <a:t>New Input :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840E428-D6E2-30C0-71AF-F1F381DE4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8232" y="1307690"/>
            <a:ext cx="448351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050A51-0584-B837-7BBD-9F128B910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232" y="6218530"/>
            <a:ext cx="6672839" cy="462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839E55-B2E0-EA8A-C436-CA687AB15AD7}"/>
              </a:ext>
            </a:extLst>
          </p:cNvPr>
          <p:cNvSpPr txBox="1"/>
          <p:nvPr/>
        </p:nvSpPr>
        <p:spPr>
          <a:xfrm>
            <a:off x="855405" y="5879690"/>
            <a:ext cx="100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</a:rPr>
              <a:t>Output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676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85C65-85B6-8A7D-B3D9-853A683E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527A-D458-B2C4-4ACF-5E5B8C357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861" y="1283999"/>
            <a:ext cx="10510266" cy="5236724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lvl="1"/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Developed a KNN-based model to predict student depression risk.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Built an interactive Power BI dashboard for mental health analysis.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Identified key factors influencing depression, including academic pressure, financial stress, sleep patterns, and suicidal thoughts.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Enabled data-driven insights for early intervention and student support. </a:t>
            </a:r>
          </a:p>
          <a:p>
            <a:pPr lvl="1"/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Demonstrated the practical use of Data Science and Analytics in mental health monitoring.</a:t>
            </a:r>
          </a:p>
          <a:p>
            <a:pPr lvl="1"/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       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    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27E97A-8EBF-C216-CABB-6EC484B7EAB6}"/>
              </a:ext>
            </a:extLst>
          </p:cNvPr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9. </a:t>
            </a:r>
            <a:r>
              <a:rPr lang="en-IN" sz="3200" dirty="0">
                <a:solidFill>
                  <a:srgbClr val="002060"/>
                </a:solidFill>
              </a:rPr>
              <a:t>Conclusion :</a:t>
            </a:r>
            <a:endParaRPr lang="en-US" sz="3200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A12F7-0CED-5C92-6555-FB549A9AA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50" y="4521699"/>
            <a:ext cx="678425" cy="646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6CC9CC-558F-3E02-6594-BC6E4EA9C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069" y="4426284"/>
            <a:ext cx="1326821" cy="837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F6566F-3396-FF36-0F9A-92F87EDFF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55591"/>
            <a:ext cx="2297616" cy="1007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F63463-1E78-024A-1DE3-FC179BE21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674" y="4467738"/>
            <a:ext cx="914479" cy="79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77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390813" y="2510056"/>
            <a:ext cx="9583775" cy="183788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IN" sz="4800" b="1" dirty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endParaRPr lang="en-US" sz="4800" b="1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52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1225</TotalTime>
  <Words>699</Words>
  <Application>Microsoft Office PowerPoint</Application>
  <PresentationFormat>Widescreen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Poppins</vt:lpstr>
      <vt:lpstr>Office Theme</vt:lpstr>
      <vt:lpstr>PowerPoint Presentation</vt:lpstr>
      <vt:lpstr>                       CORE COMPETENCIES LEARNED DURING INTERNSHIP                                                         Microsoft Excel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8.Python Program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AEKBALA</dc:creator>
  <cp:lastModifiedBy>massmathavan84@outlook.com</cp:lastModifiedBy>
  <cp:revision>377</cp:revision>
  <dcterms:created xsi:type="dcterms:W3CDTF">2024-06-25T12:19:04Z</dcterms:created>
  <dcterms:modified xsi:type="dcterms:W3CDTF">2026-06-14T02:02:05Z</dcterms:modified>
</cp:coreProperties>
</file>